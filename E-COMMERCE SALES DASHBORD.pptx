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25" r:id="rId1"/>
  </p:sldMasterIdLst>
  <p:sldIdLst>
    <p:sldId id="256" r:id="rId2"/>
    <p:sldId id="265" r:id="rId3"/>
    <p:sldId id="268" r:id="rId4"/>
    <p:sldId id="269" r:id="rId5"/>
    <p:sldId id="270" r:id="rId6"/>
    <p:sldId id="271" r:id="rId7"/>
    <p:sldId id="272" r:id="rId8"/>
    <p:sldId id="27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31609-EA99-41BB-B592-4F6CE3BC7B57}" v="657" dt="2026-09-26T12:17:15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jid mansuri" userId="f21443b63e05cd43" providerId="LiveId" clId="{366842F9-EEA6-4CAC-A491-C0F743A866B1}"/>
    <pc:docChg chg="undo custSel addSld delSld modSld modMainMaster">
      <pc:chgData name="sajid mansuri" userId="f21443b63e05cd43" providerId="LiveId" clId="{366842F9-EEA6-4CAC-A491-C0F743A866B1}" dt="2026-09-27T09:42:44.993" v="2400" actId="1076"/>
      <pc:docMkLst>
        <pc:docMk/>
      </pc:docMkLst>
      <pc:sldChg chg="addSp delSp modSp mod setBg">
        <pc:chgData name="sajid mansuri" userId="f21443b63e05cd43" providerId="LiveId" clId="{366842F9-EEA6-4CAC-A491-C0F743A866B1}" dt="2026-09-26T05:38:32.947" v="2275" actId="1076"/>
        <pc:sldMkLst>
          <pc:docMk/>
          <pc:sldMk cId="2798440161" sldId="256"/>
        </pc:sldMkLst>
        <pc:spChg chg="mod">
          <ac:chgData name="sajid mansuri" userId="f21443b63e05cd43" providerId="LiveId" clId="{366842F9-EEA6-4CAC-A491-C0F743A866B1}" dt="2026-09-26T05:31:27.706" v="2246" actId="1076"/>
          <ac:spMkLst>
            <pc:docMk/>
            <pc:sldMk cId="2798440161" sldId="256"/>
            <ac:spMk id="2" creationId="{6330B541-2B43-D259-F03D-C86AC47F9657}"/>
          </ac:spMkLst>
        </pc:spChg>
        <pc:spChg chg="mod">
          <ac:chgData name="sajid mansuri" userId="f21443b63e05cd43" providerId="LiveId" clId="{366842F9-EEA6-4CAC-A491-C0F743A866B1}" dt="2026-09-26T05:31:34.408" v="2247" actId="1076"/>
          <ac:spMkLst>
            <pc:docMk/>
            <pc:sldMk cId="2798440161" sldId="256"/>
            <ac:spMk id="3" creationId="{1EEFBF03-4A7F-D6DB-4A48-03DD2C4FAC7D}"/>
          </ac:spMkLst>
        </pc:spChg>
        <pc:picChg chg="add del mod">
          <ac:chgData name="sajid mansuri" userId="f21443b63e05cd43" providerId="LiveId" clId="{366842F9-EEA6-4CAC-A491-C0F743A866B1}" dt="2026-09-26T05:35:12.141" v="2265" actId="478"/>
          <ac:picMkLst>
            <pc:docMk/>
            <pc:sldMk cId="2798440161" sldId="256"/>
            <ac:picMk id="5" creationId="{6B862B02-99B5-51BD-69B6-55540340784E}"/>
          </ac:picMkLst>
        </pc:picChg>
        <pc:picChg chg="add mod">
          <ac:chgData name="sajid mansuri" userId="f21443b63e05cd43" providerId="LiveId" clId="{366842F9-EEA6-4CAC-A491-C0F743A866B1}" dt="2026-09-26T05:38:32.947" v="2275" actId="1076"/>
          <ac:picMkLst>
            <pc:docMk/>
            <pc:sldMk cId="2798440161" sldId="256"/>
            <ac:picMk id="7" creationId="{9033971A-2E5D-0CAC-29FD-8BDE66A34F18}"/>
          </ac:picMkLst>
        </pc:picChg>
      </pc:sldChg>
      <pc:sldChg chg="addSp delSp modSp del mod setBg">
        <pc:chgData name="sajid mansuri" userId="f21443b63e05cd43" providerId="LiveId" clId="{366842F9-EEA6-4CAC-A491-C0F743A866B1}" dt="2026-09-26T05:07:20.591" v="2207" actId="2696"/>
        <pc:sldMkLst>
          <pc:docMk/>
          <pc:sldMk cId="3305524502" sldId="257"/>
        </pc:sldMkLst>
      </pc:sldChg>
      <pc:sldChg chg="modSp del mod setBg">
        <pc:chgData name="sajid mansuri" userId="f21443b63e05cd43" providerId="LiveId" clId="{366842F9-EEA6-4CAC-A491-C0F743A866B1}" dt="2026-09-26T05:07:20.591" v="2207" actId="2696"/>
        <pc:sldMkLst>
          <pc:docMk/>
          <pc:sldMk cId="2341513023" sldId="258"/>
        </pc:sldMkLst>
      </pc:sldChg>
      <pc:sldChg chg="addSp modSp del mod setBg">
        <pc:chgData name="sajid mansuri" userId="f21443b63e05cd43" providerId="LiveId" clId="{366842F9-EEA6-4CAC-A491-C0F743A866B1}" dt="2026-09-26T05:07:20.591" v="2207" actId="2696"/>
        <pc:sldMkLst>
          <pc:docMk/>
          <pc:sldMk cId="1250272539" sldId="259"/>
        </pc:sldMkLst>
      </pc:sldChg>
      <pc:sldChg chg="modSp new del mod setBg">
        <pc:chgData name="sajid mansuri" userId="f21443b63e05cd43" providerId="LiveId" clId="{366842F9-EEA6-4CAC-A491-C0F743A866B1}" dt="2026-09-26T05:07:20.591" v="2207" actId="2696"/>
        <pc:sldMkLst>
          <pc:docMk/>
          <pc:sldMk cId="84953389" sldId="260"/>
        </pc:sldMkLst>
      </pc:sldChg>
      <pc:sldChg chg="modSp new del mod setBg">
        <pc:chgData name="sajid mansuri" userId="f21443b63e05cd43" providerId="LiveId" clId="{366842F9-EEA6-4CAC-A491-C0F743A866B1}" dt="2026-09-26T05:07:20.591" v="2207" actId="2696"/>
        <pc:sldMkLst>
          <pc:docMk/>
          <pc:sldMk cId="3050880397" sldId="261"/>
        </pc:sldMkLst>
      </pc:sldChg>
      <pc:sldChg chg="modSp new del mod setBg">
        <pc:chgData name="sajid mansuri" userId="f21443b63e05cd43" providerId="LiveId" clId="{366842F9-EEA6-4CAC-A491-C0F743A866B1}" dt="2026-09-26T05:07:20.591" v="2207" actId="2696"/>
        <pc:sldMkLst>
          <pc:docMk/>
          <pc:sldMk cId="1938605840" sldId="262"/>
        </pc:sldMkLst>
      </pc:sldChg>
      <pc:sldChg chg="modSp new del mod setBg">
        <pc:chgData name="sajid mansuri" userId="f21443b63e05cd43" providerId="LiveId" clId="{366842F9-EEA6-4CAC-A491-C0F743A866B1}" dt="2026-09-26T05:07:27.921" v="2208" actId="2696"/>
        <pc:sldMkLst>
          <pc:docMk/>
          <pc:sldMk cId="92589493" sldId="263"/>
        </pc:sldMkLst>
      </pc:sldChg>
      <pc:sldChg chg="addSp delSp modSp new mod">
        <pc:chgData name="sajid mansuri" userId="f21443b63e05cd43" providerId="LiveId" clId="{366842F9-EEA6-4CAC-A491-C0F743A866B1}" dt="2026-09-27T09:42:44.993" v="2400" actId="1076"/>
        <pc:sldMkLst>
          <pc:docMk/>
          <pc:sldMk cId="3193698819" sldId="265"/>
        </pc:sldMkLst>
        <pc:spChg chg="add mod">
          <ac:chgData name="sajid mansuri" userId="f21443b63e05cd43" providerId="LiveId" clId="{366842F9-EEA6-4CAC-A491-C0F743A866B1}" dt="2026-09-26T05:28:17.328" v="2239" actId="1076"/>
          <ac:spMkLst>
            <pc:docMk/>
            <pc:sldMk cId="3193698819" sldId="265"/>
            <ac:spMk id="4" creationId="{9067438C-15F9-7139-1B8D-FD44AA51B875}"/>
          </ac:spMkLst>
        </pc:spChg>
        <pc:spChg chg="add mod">
          <ac:chgData name="sajid mansuri" userId="f21443b63e05cd43" providerId="LiveId" clId="{366842F9-EEA6-4CAC-A491-C0F743A866B1}" dt="2026-09-26T05:10:09.984" v="2229" actId="27636"/>
          <ac:spMkLst>
            <pc:docMk/>
            <pc:sldMk cId="3193698819" sldId="265"/>
            <ac:spMk id="5" creationId="{FD253A9D-4316-B948-2779-FE848B982DEF}"/>
          </ac:spMkLst>
        </pc:spChg>
        <pc:picChg chg="add mod">
          <ac:chgData name="sajid mansuri" userId="f21443b63e05cd43" providerId="LiveId" clId="{366842F9-EEA6-4CAC-A491-C0F743A866B1}" dt="2026-09-27T09:42:44.993" v="2400" actId="1076"/>
          <ac:picMkLst>
            <pc:docMk/>
            <pc:sldMk cId="3193698819" sldId="265"/>
            <ac:picMk id="3" creationId="{0A350211-9782-34B4-5554-281A0697C288}"/>
          </ac:picMkLst>
        </pc:picChg>
      </pc:sldChg>
      <pc:sldChg chg="addSp modSp add mod">
        <pc:chgData name="sajid mansuri" userId="f21443b63e05cd43" providerId="LiveId" clId="{366842F9-EEA6-4CAC-A491-C0F743A866B1}" dt="2026-09-26T12:20:25.110" v="2399" actId="1076"/>
        <pc:sldMkLst>
          <pc:docMk/>
          <pc:sldMk cId="1929069656" sldId="267"/>
        </pc:sldMkLst>
        <pc:spChg chg="mod">
          <ac:chgData name="sajid mansuri" userId="f21443b63e05cd43" providerId="LiveId" clId="{366842F9-EEA6-4CAC-A491-C0F743A866B1}" dt="2026-09-26T12:20:25.110" v="2399" actId="1076"/>
          <ac:spMkLst>
            <pc:docMk/>
            <pc:sldMk cId="1929069656" sldId="267"/>
            <ac:spMk id="2" creationId="{98CDC253-D30C-F1FB-F7BD-E86E371C8259}"/>
          </ac:spMkLst>
        </pc:spChg>
        <pc:spChg chg="mod">
          <ac:chgData name="sajid mansuri" userId="f21443b63e05cd43" providerId="LiveId" clId="{366842F9-EEA6-4CAC-A491-C0F743A866B1}" dt="2026-09-26T12:20:12.457" v="2398" actId="1076"/>
          <ac:spMkLst>
            <pc:docMk/>
            <pc:sldMk cId="1929069656" sldId="267"/>
            <ac:spMk id="3" creationId="{D245A0FD-7073-8C16-6BA7-3F93B7FD867C}"/>
          </ac:spMkLst>
        </pc:spChg>
        <pc:spChg chg="add mod">
          <ac:chgData name="sajid mansuri" userId="f21443b63e05cd43" providerId="LiveId" clId="{366842F9-EEA6-4CAC-A491-C0F743A866B1}" dt="2026-09-26T12:19:45.695" v="2395" actId="1076"/>
          <ac:spMkLst>
            <pc:docMk/>
            <pc:sldMk cId="1929069656" sldId="267"/>
            <ac:spMk id="4" creationId="{69AF8A52-CC27-332B-9D46-BE0482EB0D14}"/>
          </ac:spMkLst>
        </pc:spChg>
      </pc:sldChg>
      <pc:sldChg chg="addSp delSp modSp new mod">
        <pc:chgData name="sajid mansuri" userId="f21443b63e05cd43" providerId="LiveId" clId="{366842F9-EEA6-4CAC-A491-C0F743A866B1}" dt="2026-09-26T11:35:17.438" v="2298" actId="1076"/>
        <pc:sldMkLst>
          <pc:docMk/>
          <pc:sldMk cId="3554673450" sldId="268"/>
        </pc:sldMkLst>
        <pc:spChg chg="add mod">
          <ac:chgData name="sajid mansuri" userId="f21443b63e05cd43" providerId="LiveId" clId="{366842F9-EEA6-4CAC-A491-C0F743A866B1}" dt="2026-09-25T07:44:02.425" v="2111" actId="1076"/>
          <ac:spMkLst>
            <pc:docMk/>
            <pc:sldMk cId="3554673450" sldId="268"/>
            <ac:spMk id="4" creationId="{0D92B0ED-7698-5949-677E-A5CBAC8E83B4}"/>
          </ac:spMkLst>
        </pc:spChg>
        <pc:spChg chg="add mod">
          <ac:chgData name="sajid mansuri" userId="f21443b63e05cd43" providerId="LiveId" clId="{366842F9-EEA6-4CAC-A491-C0F743A866B1}" dt="2026-09-25T07:45:49.780" v="2131" actId="1076"/>
          <ac:spMkLst>
            <pc:docMk/>
            <pc:sldMk cId="3554673450" sldId="268"/>
            <ac:spMk id="5" creationId="{57542687-5908-DB3A-8FAB-D6CF81BFD4F5}"/>
          </ac:spMkLst>
        </pc:spChg>
        <pc:picChg chg="add mod">
          <ac:chgData name="sajid mansuri" userId="f21443b63e05cd43" providerId="LiveId" clId="{366842F9-EEA6-4CAC-A491-C0F743A866B1}" dt="2026-09-26T05:46:43.996" v="2291" actId="1076"/>
          <ac:picMkLst>
            <pc:docMk/>
            <pc:sldMk cId="3554673450" sldId="268"/>
            <ac:picMk id="3" creationId="{DE216FA7-AF50-6E5E-889B-D6F3129C1510}"/>
          </ac:picMkLst>
        </pc:picChg>
        <pc:picChg chg="add mod">
          <ac:chgData name="sajid mansuri" userId="f21443b63e05cd43" providerId="LiveId" clId="{366842F9-EEA6-4CAC-A491-C0F743A866B1}" dt="2026-09-26T11:35:04.497" v="2297" actId="1076"/>
          <ac:picMkLst>
            <pc:docMk/>
            <pc:sldMk cId="3554673450" sldId="268"/>
            <ac:picMk id="7" creationId="{8B4CF526-9913-409B-1645-207A304976C2}"/>
          </ac:picMkLst>
        </pc:picChg>
        <pc:picChg chg="add mod">
          <ac:chgData name="sajid mansuri" userId="f21443b63e05cd43" providerId="LiveId" clId="{366842F9-EEA6-4CAC-A491-C0F743A866B1}" dt="2026-09-26T11:35:17.438" v="2298" actId="1076"/>
          <ac:picMkLst>
            <pc:docMk/>
            <pc:sldMk cId="3554673450" sldId="268"/>
            <ac:picMk id="9" creationId="{60CE1E7C-E918-0890-2297-07EABCCAB340}"/>
          </ac:picMkLst>
        </pc:picChg>
      </pc:sldChg>
      <pc:sldChg chg="addSp delSp modSp new mod">
        <pc:chgData name="sajid mansuri" userId="f21443b63e05cd43" providerId="LiveId" clId="{366842F9-EEA6-4CAC-A491-C0F743A866B1}" dt="2026-09-26T11:49:49.126" v="2318" actId="1076"/>
        <pc:sldMkLst>
          <pc:docMk/>
          <pc:sldMk cId="3510197772" sldId="269"/>
        </pc:sldMkLst>
        <pc:spChg chg="add mod">
          <ac:chgData name="sajid mansuri" userId="f21443b63e05cd43" providerId="LiveId" clId="{366842F9-EEA6-4CAC-A491-C0F743A866B1}" dt="2026-09-26T11:49:49.126" v="2318" actId="1076"/>
          <ac:spMkLst>
            <pc:docMk/>
            <pc:sldMk cId="3510197772" sldId="269"/>
            <ac:spMk id="4" creationId="{EC2C5A38-87AB-65F2-E933-0620726EC8A5}"/>
          </ac:spMkLst>
        </pc:spChg>
        <pc:spChg chg="add mod">
          <ac:chgData name="sajid mansuri" userId="f21443b63e05cd43" providerId="LiveId" clId="{366842F9-EEA6-4CAC-A491-C0F743A866B1}" dt="2026-09-26T11:48:40.711" v="2315" actId="1076"/>
          <ac:spMkLst>
            <pc:docMk/>
            <pc:sldMk cId="3510197772" sldId="269"/>
            <ac:spMk id="5" creationId="{41FB3DC6-25F5-B03E-88D4-4162DBE26ED1}"/>
          </ac:spMkLst>
        </pc:spChg>
        <pc:picChg chg="add del mod">
          <ac:chgData name="sajid mansuri" userId="f21443b63e05cd43" providerId="LiveId" clId="{366842F9-EEA6-4CAC-A491-C0F743A866B1}" dt="2026-09-26T11:45:39.693" v="2300" actId="931"/>
          <ac:picMkLst>
            <pc:docMk/>
            <pc:sldMk cId="3510197772" sldId="269"/>
            <ac:picMk id="3" creationId="{292EF88E-470E-5A2E-6D79-235A3D78DC98}"/>
          </ac:picMkLst>
        </pc:picChg>
        <pc:picChg chg="add mod">
          <ac:chgData name="sajid mansuri" userId="f21443b63e05cd43" providerId="LiveId" clId="{366842F9-EEA6-4CAC-A491-C0F743A866B1}" dt="2026-09-26T11:48:46.066" v="2316" actId="1076"/>
          <ac:picMkLst>
            <pc:docMk/>
            <pc:sldMk cId="3510197772" sldId="269"/>
            <ac:picMk id="7" creationId="{BC50310A-9470-5C26-9213-9361020F2E8B}"/>
          </ac:picMkLst>
        </pc:picChg>
      </pc:sldChg>
      <pc:sldChg chg="addSp delSp modSp new mod">
        <pc:chgData name="sajid mansuri" userId="f21443b63e05cd43" providerId="LiveId" clId="{366842F9-EEA6-4CAC-A491-C0F743A866B1}" dt="2026-09-26T12:00:59.703" v="2333" actId="1076"/>
        <pc:sldMkLst>
          <pc:docMk/>
          <pc:sldMk cId="2382925464" sldId="270"/>
        </pc:sldMkLst>
        <pc:spChg chg="del">
          <ac:chgData name="sajid mansuri" userId="f21443b63e05cd43" providerId="LiveId" clId="{366842F9-EEA6-4CAC-A491-C0F743A866B1}" dt="2026-09-26T04:58:34.092" v="2143"/>
          <ac:spMkLst>
            <pc:docMk/>
            <pc:sldMk cId="2382925464" sldId="270"/>
            <ac:spMk id="2" creationId="{857DA0EF-21E9-4C23-9769-DB0842F1FE9C}"/>
          </ac:spMkLst>
        </pc:spChg>
        <pc:spChg chg="del">
          <ac:chgData name="sajid mansuri" userId="f21443b63e05cd43" providerId="LiveId" clId="{366842F9-EEA6-4CAC-A491-C0F743A866B1}" dt="2026-09-26T04:57:59.139" v="2142" actId="478"/>
          <ac:spMkLst>
            <pc:docMk/>
            <pc:sldMk cId="2382925464" sldId="270"/>
            <ac:spMk id="3" creationId="{729A81A5-CA0F-CC97-4475-ACE4D7E093A8}"/>
          </ac:spMkLst>
        </pc:spChg>
        <pc:spChg chg="del">
          <ac:chgData name="sajid mansuri" userId="f21443b63e05cd43" providerId="LiveId" clId="{366842F9-EEA6-4CAC-A491-C0F743A866B1}" dt="2026-09-26T04:59:49.887" v="2168"/>
          <ac:spMkLst>
            <pc:docMk/>
            <pc:sldMk cId="2382925464" sldId="270"/>
            <ac:spMk id="4" creationId="{E4D37413-8B43-EB44-6BB7-69F070C7EF95}"/>
          </ac:spMkLst>
        </pc:spChg>
        <pc:spChg chg="add mod">
          <ac:chgData name="sajid mansuri" userId="f21443b63e05cd43" providerId="LiveId" clId="{366842F9-EEA6-4CAC-A491-C0F743A866B1}" dt="2026-09-26T04:58:45.917" v="2161" actId="1076"/>
          <ac:spMkLst>
            <pc:docMk/>
            <pc:sldMk cId="2382925464" sldId="270"/>
            <ac:spMk id="5" creationId="{11C80BEF-ADB9-5AE1-993E-449AC07488B9}"/>
          </ac:spMkLst>
        </pc:spChg>
        <pc:spChg chg="add mod">
          <ac:chgData name="sajid mansuri" userId="f21443b63e05cd43" providerId="LiveId" clId="{366842F9-EEA6-4CAC-A491-C0F743A866B1}" dt="2026-09-26T12:00:32.924" v="2331" actId="1076"/>
          <ac:spMkLst>
            <pc:docMk/>
            <pc:sldMk cId="2382925464" sldId="270"/>
            <ac:spMk id="6" creationId="{C313ABD5-C08F-99A6-C886-C07DBE0C9C21}"/>
          </ac:spMkLst>
        </pc:spChg>
        <pc:spChg chg="add mod">
          <ac:chgData name="sajid mansuri" userId="f21443b63e05cd43" providerId="LiveId" clId="{366842F9-EEA6-4CAC-A491-C0F743A866B1}" dt="2026-09-26T12:00:28.296" v="2330" actId="1076"/>
          <ac:spMkLst>
            <pc:docMk/>
            <pc:sldMk cId="2382925464" sldId="270"/>
            <ac:spMk id="7" creationId="{05EC780C-9A90-9CCF-E91A-D58FC8857E21}"/>
          </ac:spMkLst>
        </pc:spChg>
        <pc:picChg chg="add mod">
          <ac:chgData name="sajid mansuri" userId="f21443b63e05cd43" providerId="LiveId" clId="{366842F9-EEA6-4CAC-A491-C0F743A866B1}" dt="2026-09-26T11:52:09.584" v="2321" actId="931"/>
          <ac:picMkLst>
            <pc:docMk/>
            <pc:sldMk cId="2382925464" sldId="270"/>
            <ac:picMk id="3" creationId="{EC77CF61-F805-0272-1ABB-FDCE69A770CE}"/>
          </ac:picMkLst>
        </pc:picChg>
        <pc:picChg chg="add mod">
          <ac:chgData name="sajid mansuri" userId="f21443b63e05cd43" providerId="LiveId" clId="{366842F9-EEA6-4CAC-A491-C0F743A866B1}" dt="2026-09-26T12:00:59.703" v="2333" actId="1076"/>
          <ac:picMkLst>
            <pc:docMk/>
            <pc:sldMk cId="2382925464" sldId="270"/>
            <ac:picMk id="8" creationId="{D2189EA2-82A9-E29C-BDDB-6D39C5AF68D7}"/>
          </ac:picMkLst>
        </pc:picChg>
      </pc:sldChg>
      <pc:sldChg chg="addSp delSp modSp new mod">
        <pc:chgData name="sajid mansuri" userId="f21443b63e05cd43" providerId="LiveId" clId="{366842F9-EEA6-4CAC-A491-C0F743A866B1}" dt="2026-09-26T12:08:07.306" v="2348" actId="1076"/>
        <pc:sldMkLst>
          <pc:docMk/>
          <pc:sldMk cId="2687233163" sldId="271"/>
        </pc:sldMkLst>
        <pc:spChg chg="del mod">
          <ac:chgData name="sajid mansuri" userId="f21443b63e05cd43" providerId="LiveId" clId="{366842F9-EEA6-4CAC-A491-C0F743A866B1}" dt="2026-09-26T05:01:36.870" v="2174"/>
          <ac:spMkLst>
            <pc:docMk/>
            <pc:sldMk cId="2687233163" sldId="271"/>
            <ac:spMk id="2" creationId="{9D29CE02-00B7-F3C3-D1F3-06AA5BA95AD5}"/>
          </ac:spMkLst>
        </pc:spChg>
        <pc:spChg chg="del mod">
          <ac:chgData name="sajid mansuri" userId="f21443b63e05cd43" providerId="LiveId" clId="{366842F9-EEA6-4CAC-A491-C0F743A866B1}" dt="2026-09-26T05:02:13.492" v="2179"/>
          <ac:spMkLst>
            <pc:docMk/>
            <pc:sldMk cId="2687233163" sldId="271"/>
            <ac:spMk id="3" creationId="{606829C1-D310-4CA4-DC7D-C7FAEF0ED6DA}"/>
          </ac:spMkLst>
        </pc:spChg>
        <pc:spChg chg="add mod">
          <ac:chgData name="sajid mansuri" userId="f21443b63e05cd43" providerId="LiveId" clId="{366842F9-EEA6-4CAC-A491-C0F743A866B1}" dt="2026-09-26T12:08:07.306" v="2348" actId="1076"/>
          <ac:spMkLst>
            <pc:docMk/>
            <pc:sldMk cId="2687233163" sldId="271"/>
            <ac:spMk id="4" creationId="{D32147B2-DA98-4FD9-5FA8-624A80E334E0}"/>
          </ac:spMkLst>
        </pc:spChg>
        <pc:spChg chg="add mod">
          <ac:chgData name="sajid mansuri" userId="f21443b63e05cd43" providerId="LiveId" clId="{366842F9-EEA6-4CAC-A491-C0F743A866B1}" dt="2026-09-26T12:07:44.228" v="2346" actId="1076"/>
          <ac:spMkLst>
            <pc:docMk/>
            <pc:sldMk cId="2687233163" sldId="271"/>
            <ac:spMk id="5" creationId="{DB87D58A-E91C-1FFD-83DF-D912CEB75123}"/>
          </ac:spMkLst>
        </pc:spChg>
        <pc:picChg chg="add mod">
          <ac:chgData name="sajid mansuri" userId="f21443b63e05cd43" providerId="LiveId" clId="{366842F9-EEA6-4CAC-A491-C0F743A866B1}" dt="2026-09-26T12:07:56.322" v="2347" actId="1076"/>
          <ac:picMkLst>
            <pc:docMk/>
            <pc:sldMk cId="2687233163" sldId="271"/>
            <ac:picMk id="3" creationId="{A08B624E-E63A-3D70-2C97-2F3F9E03EC5D}"/>
          </ac:picMkLst>
        </pc:picChg>
      </pc:sldChg>
      <pc:sldChg chg="addSp delSp modSp new mod">
        <pc:chgData name="sajid mansuri" userId="f21443b63e05cd43" providerId="LiveId" clId="{366842F9-EEA6-4CAC-A491-C0F743A866B1}" dt="2026-09-26T12:11:03.308" v="2362" actId="1076"/>
        <pc:sldMkLst>
          <pc:docMk/>
          <pc:sldMk cId="712250751" sldId="272"/>
        </pc:sldMkLst>
        <pc:spChg chg="del mod">
          <ac:chgData name="sajid mansuri" userId="f21443b63e05cd43" providerId="LiveId" clId="{366842F9-EEA6-4CAC-A491-C0F743A866B1}" dt="2026-09-26T05:03:30.452" v="2191"/>
          <ac:spMkLst>
            <pc:docMk/>
            <pc:sldMk cId="712250751" sldId="272"/>
            <ac:spMk id="2" creationId="{B159F8CA-5BD7-3CA4-97DA-7A1FE79D3F00}"/>
          </ac:spMkLst>
        </pc:spChg>
        <pc:spChg chg="del mod">
          <ac:chgData name="sajid mansuri" userId="f21443b63e05cd43" providerId="LiveId" clId="{366842F9-EEA6-4CAC-A491-C0F743A866B1}" dt="2026-09-26T05:04:03.371" v="2196"/>
          <ac:spMkLst>
            <pc:docMk/>
            <pc:sldMk cId="712250751" sldId="272"/>
            <ac:spMk id="3" creationId="{F5868288-F56D-EC79-2382-794F9B24ED57}"/>
          </ac:spMkLst>
        </pc:spChg>
        <pc:spChg chg="add mod">
          <ac:chgData name="sajid mansuri" userId="f21443b63e05cd43" providerId="LiveId" clId="{366842F9-EEA6-4CAC-A491-C0F743A866B1}" dt="2026-09-26T12:08:36.026" v="2350" actId="1076"/>
          <ac:spMkLst>
            <pc:docMk/>
            <pc:sldMk cId="712250751" sldId="272"/>
            <ac:spMk id="4" creationId="{5DCFA34E-3681-65DF-DB97-2898D2D0FD30}"/>
          </ac:spMkLst>
        </pc:spChg>
        <pc:spChg chg="add mod">
          <ac:chgData name="sajid mansuri" userId="f21443b63e05cd43" providerId="LiveId" clId="{366842F9-EEA6-4CAC-A491-C0F743A866B1}" dt="2026-09-26T12:10:58.020" v="2361" actId="1076"/>
          <ac:spMkLst>
            <pc:docMk/>
            <pc:sldMk cId="712250751" sldId="272"/>
            <ac:spMk id="5" creationId="{4316F7D2-DF91-C25E-083E-C76EE498A629}"/>
          </ac:spMkLst>
        </pc:spChg>
        <pc:picChg chg="add del mod">
          <ac:chgData name="sajid mansuri" userId="f21443b63e05cd43" providerId="LiveId" clId="{366842F9-EEA6-4CAC-A491-C0F743A866B1}" dt="2026-09-26T12:09:54.217" v="2353" actId="478"/>
          <ac:picMkLst>
            <pc:docMk/>
            <pc:sldMk cId="712250751" sldId="272"/>
            <ac:picMk id="3" creationId="{4D2DB5DA-57E2-2099-63A9-C3BB1E5D8FEC}"/>
          </ac:picMkLst>
        </pc:picChg>
        <pc:picChg chg="add mod">
          <ac:chgData name="sajid mansuri" userId="f21443b63e05cd43" providerId="LiveId" clId="{366842F9-EEA6-4CAC-A491-C0F743A866B1}" dt="2026-09-26T12:11:03.308" v="2362" actId="1076"/>
          <ac:picMkLst>
            <pc:docMk/>
            <pc:sldMk cId="712250751" sldId="272"/>
            <ac:picMk id="7" creationId="{5B37E3B2-55EA-C488-9B5F-885770BA47FE}"/>
          </ac:picMkLst>
        </pc:picChg>
      </pc:sldChg>
      <pc:sldChg chg="modSp new del mod">
        <pc:chgData name="sajid mansuri" userId="f21443b63e05cd43" providerId="LiveId" clId="{366842F9-EEA6-4CAC-A491-C0F743A866B1}" dt="2026-09-26T05:02:51.781" v="2188" actId="2696"/>
        <pc:sldMkLst>
          <pc:docMk/>
          <pc:sldMk cId="2452276304" sldId="272"/>
        </pc:sldMkLst>
        <pc:spChg chg="mod">
          <ac:chgData name="sajid mansuri" userId="f21443b63e05cd43" providerId="LiveId" clId="{366842F9-EEA6-4CAC-A491-C0F743A866B1}" dt="2026-09-26T05:02:41.388" v="2187" actId="1076"/>
          <ac:spMkLst>
            <pc:docMk/>
            <pc:sldMk cId="2452276304" sldId="272"/>
            <ac:spMk id="2" creationId="{7E318C09-2D7C-FDDA-F32C-7FF931F17C60}"/>
          </ac:spMkLst>
        </pc:spChg>
      </pc:sldChg>
      <pc:sldChg chg="addSp delSp modSp new mod">
        <pc:chgData name="sajid mansuri" userId="f21443b63e05cd43" providerId="LiveId" clId="{366842F9-EEA6-4CAC-A491-C0F743A866B1}" dt="2026-09-26T12:16:50.956" v="2379" actId="1076"/>
        <pc:sldMkLst>
          <pc:docMk/>
          <pc:sldMk cId="528472267" sldId="273"/>
        </pc:sldMkLst>
        <pc:spChg chg="del">
          <ac:chgData name="sajid mansuri" userId="f21443b63e05cd43" providerId="LiveId" clId="{366842F9-EEA6-4CAC-A491-C0F743A866B1}" dt="2026-09-26T05:05:10.416" v="2199"/>
          <ac:spMkLst>
            <pc:docMk/>
            <pc:sldMk cId="528472267" sldId="273"/>
            <ac:spMk id="2" creationId="{5CBAC5BE-EFEB-19FB-C98B-E6058682C04C}"/>
          </ac:spMkLst>
        </pc:spChg>
        <pc:spChg chg="del">
          <ac:chgData name="sajid mansuri" userId="f21443b63e05cd43" providerId="LiveId" clId="{366842F9-EEA6-4CAC-A491-C0F743A866B1}" dt="2026-09-26T05:05:42.232" v="2204"/>
          <ac:spMkLst>
            <pc:docMk/>
            <pc:sldMk cId="528472267" sldId="273"/>
            <ac:spMk id="3" creationId="{F6B99A7B-61CA-7943-6E5E-F60735789265}"/>
          </ac:spMkLst>
        </pc:spChg>
        <pc:spChg chg="add mod">
          <ac:chgData name="sajid mansuri" userId="f21443b63e05cd43" providerId="LiveId" clId="{366842F9-EEA6-4CAC-A491-C0F743A866B1}" dt="2026-09-26T12:16:38.326" v="2378" actId="1076"/>
          <ac:spMkLst>
            <pc:docMk/>
            <pc:sldMk cId="528472267" sldId="273"/>
            <ac:spMk id="4" creationId="{BD2304B5-B53E-8788-2FC0-116D9D7B91EE}"/>
          </ac:spMkLst>
        </pc:spChg>
        <pc:spChg chg="add mod">
          <ac:chgData name="sajid mansuri" userId="f21443b63e05cd43" providerId="LiveId" clId="{366842F9-EEA6-4CAC-A491-C0F743A866B1}" dt="2026-09-26T12:16:32.318" v="2377" actId="1076"/>
          <ac:spMkLst>
            <pc:docMk/>
            <pc:sldMk cId="528472267" sldId="273"/>
            <ac:spMk id="5" creationId="{56D223BE-703C-D143-C5E8-13696333E701}"/>
          </ac:spMkLst>
        </pc:spChg>
        <pc:picChg chg="add mod">
          <ac:chgData name="sajid mansuri" userId="f21443b63e05cd43" providerId="LiveId" clId="{366842F9-EEA6-4CAC-A491-C0F743A866B1}" dt="2026-09-26T12:16:50.956" v="2379" actId="1076"/>
          <ac:picMkLst>
            <pc:docMk/>
            <pc:sldMk cId="528472267" sldId="273"/>
            <ac:picMk id="3" creationId="{63D737F8-2FA5-40F6-1A9C-1568C23F1FB5}"/>
          </ac:picMkLst>
        </pc:picChg>
      </pc:sldChg>
      <pc:sldChg chg="new del">
        <pc:chgData name="sajid mansuri" userId="f21443b63e05cd43" providerId="LiveId" clId="{366842F9-EEA6-4CAC-A491-C0F743A866B1}" dt="2026-09-26T05:08:13.596" v="2210" actId="2696"/>
        <pc:sldMkLst>
          <pc:docMk/>
          <pc:sldMk cId="4009746035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9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88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53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25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8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3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649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7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9024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04047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18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91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09215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51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3188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95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17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09251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7319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712968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6846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797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231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069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1787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76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E4BFBE3-1BEA-4136-BB1C-1B2CC42CB211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CE4348E-74A9-4816-AD4E-5AD1AE23A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149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26" r:id="rId1"/>
    <p:sldLayoutId id="2147484727" r:id="rId2"/>
    <p:sldLayoutId id="2147484728" r:id="rId3"/>
    <p:sldLayoutId id="2147484729" r:id="rId4"/>
    <p:sldLayoutId id="2147484730" r:id="rId5"/>
    <p:sldLayoutId id="2147484731" r:id="rId6"/>
    <p:sldLayoutId id="2147484732" r:id="rId7"/>
    <p:sldLayoutId id="2147484733" r:id="rId8"/>
    <p:sldLayoutId id="2147484734" r:id="rId9"/>
    <p:sldLayoutId id="2147484735" r:id="rId10"/>
    <p:sldLayoutId id="2147484736" r:id="rId11"/>
    <p:sldLayoutId id="2147484737" r:id="rId12"/>
    <p:sldLayoutId id="2147484738" r:id="rId13"/>
    <p:sldLayoutId id="2147484739" r:id="rId14"/>
    <p:sldLayoutId id="2147484740" r:id="rId15"/>
    <p:sldLayoutId id="2147484741" r:id="rId16"/>
    <p:sldLayoutId id="2147484742" r:id="rId17"/>
    <p:sldLayoutId id="2147484743" r:id="rId18"/>
    <p:sldLayoutId id="2147484744" r:id="rId19"/>
    <p:sldLayoutId id="2147484745" r:id="rId20"/>
    <p:sldLayoutId id="2147484746" r:id="rId21"/>
    <p:sldLayoutId id="2147484747" r:id="rId22"/>
    <p:sldLayoutId id="2147484748" r:id="rId23"/>
    <p:sldLayoutId id="2147484749" r:id="rId24"/>
    <p:sldLayoutId id="2147484750" r:id="rId25"/>
    <p:sldLayoutId id="2147484751" r:id="rId26"/>
    <p:sldLayoutId id="2147484752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B541-2B43-D259-F03D-C86AC47F9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367" y="347680"/>
            <a:ext cx="8825658" cy="3329581"/>
          </a:xfrm>
        </p:spPr>
        <p:txBody>
          <a:bodyPr>
            <a:normAutofit/>
          </a:bodyPr>
          <a:lstStyle/>
          <a:p>
            <a:r>
              <a:rPr lang="en-US" sz="4800" dirty="0"/>
              <a:t>E-COMMERCE SALES DASHBORD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FBF03-4A7F-D6DB-4A48-03DD2C4FA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367" y="3925791"/>
            <a:ext cx="8825658" cy="86142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Presented By:</a:t>
            </a:r>
          </a:p>
          <a:p>
            <a:r>
              <a:rPr lang="en-US" sz="7200" dirty="0"/>
              <a:t>Sajid Ali</a:t>
            </a:r>
          </a:p>
          <a:p>
            <a:endParaRPr lang="en-US" dirty="0"/>
          </a:p>
          <a:p>
            <a:r>
              <a:rPr lang="en-US" sz="7200" dirty="0"/>
              <a:t>Date: </a:t>
            </a:r>
          </a:p>
          <a:p>
            <a:r>
              <a:rPr lang="en-IN" sz="7200" dirty="0"/>
              <a:t>17/09/2026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3971A-2E5D-0CAC-29FD-8BDE66A34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711" y="1715729"/>
            <a:ext cx="4979555" cy="342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40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67438C-15F9-7139-1B8D-FD44AA51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4" y="2851354"/>
            <a:ext cx="5657850" cy="2692400"/>
          </a:xfrm>
        </p:spPr>
        <p:txBody>
          <a:bodyPr>
            <a:norm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Problem Statement/Overview</a:t>
            </a:r>
            <a:br>
              <a:rPr lang="en-US" dirty="0"/>
            </a:b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253A9D-4316-B948-2779-FE848B982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1871" y="2290916"/>
            <a:ext cx="5545393" cy="2261419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E-commerce dataset contains 5,000 sales orders.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dashboard helps analyze sales, profit, quantity and orders.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It makes important business information easier to understand.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350211-9782-34B4-5554-281A0697C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87" y="2172388"/>
            <a:ext cx="1357932" cy="135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9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92B0ED-7698-5949-677E-A5CBAC8E83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5621" y="2449973"/>
            <a:ext cx="5962496" cy="2151523"/>
          </a:xfrm>
        </p:spPr>
        <p:txBody>
          <a:bodyPr>
            <a:normAutofit/>
          </a:bodyPr>
          <a:lstStyle/>
          <a:p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Who will use This dashboard ?</a:t>
            </a:r>
            <a:endParaRPr lang="en-I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542687-5908-DB3A-8FAB-D6CF81BF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066" y="562179"/>
            <a:ext cx="4949313" cy="3637935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and marketing teams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Business managers and decision makers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analysts and management students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216FA7-AF50-6E5E-889B-D6F3129C1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18" y="562179"/>
            <a:ext cx="2571750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4CF526-9913-409B-1645-207A30497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268" y="370194"/>
            <a:ext cx="4013254" cy="1793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E1E7C-E918-0890-2297-07EABCCAB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222" y="370194"/>
            <a:ext cx="3310098" cy="179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7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2C5A38-87AB-65F2-E933-0620726EC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871" y="2311241"/>
            <a:ext cx="3661287" cy="98583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FB3DC6-25F5-B03E-88D4-4162DBE26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1159" y="2455269"/>
            <a:ext cx="5378450" cy="366236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Orders:  5,000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Quantity: 1,505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Sales:  12,42,97,070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profit:  2,23,22,090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 fields include Order Date, State, City, Category, Product and Customer.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0310A-9470-5C26-9213-9361020F2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159" y="374594"/>
            <a:ext cx="3288991" cy="20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9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1C80BEF-ADB9-5AE1-993E-449AC074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41" y="659530"/>
            <a:ext cx="5497513" cy="209232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13ABD5-C08F-99A6-C886-C07DBE0C9C21}"/>
              </a:ext>
            </a:extLst>
          </p:cNvPr>
          <p:cNvSpPr txBox="1">
            <a:spLocks/>
          </p:cNvSpPr>
          <p:nvPr/>
        </p:nvSpPr>
        <p:spPr>
          <a:xfrm>
            <a:off x="501655" y="659530"/>
            <a:ext cx="4858364" cy="331548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6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br>
              <a:rPr lang="en-US" dirty="0"/>
            </a:br>
            <a:br>
              <a:rPr lang="en-US" sz="4600" dirty="0"/>
            </a:br>
            <a:r>
              <a:rPr lang="en-US" sz="4600" dirty="0"/>
              <a:t>Dashboard Design</a:t>
            </a:r>
            <a:endParaRPr lang="en-IN" sz="4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EC780C-9A90-9CCF-E91A-D58FC8857E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59364" y="2948726"/>
            <a:ext cx="4532670" cy="2765425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KPI cards show Total Sales, Total Profit, Total Quantity and Total Orders.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Charts show State-wise Sales, Category-wise Sales, State-wise Profit and Product-wise Sales.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Slicers and provided for State, Category and Order Date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7CF61-F805-0272-1ABB-FDCE69A77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569" y="3409948"/>
            <a:ext cx="22862" cy="38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189EA2-82A9-E29C-BDDB-6D39C5AF6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364" y="924980"/>
            <a:ext cx="4100572" cy="209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25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2147B2-DA98-4FD9-5FA8-624A80E33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5420" y="3037430"/>
            <a:ext cx="3595687" cy="108267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87D58A-E91C-1FFD-83DF-D912CEB75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0758" y="3335595"/>
            <a:ext cx="5152103" cy="249739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Electronics is one of the strongest sales categories.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performance varies across states and cities.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trends can be compared using the State-wise Profit chart.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Product-wise analysis helps identity high-Performance products.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B624E-E63A-3D70-2C97-2F3F9E03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761" y="800100"/>
            <a:ext cx="4160839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33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CFA34E-3681-65DF-DB97-2898D2D0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40" y="2993288"/>
            <a:ext cx="5657850" cy="2692400"/>
          </a:xfrm>
        </p:spPr>
        <p:txBody>
          <a:bodyPr/>
          <a:lstStyle/>
          <a:p>
            <a:r>
              <a:rPr lang="en-US" dirty="0"/>
              <a:t>Key Insights – KPI </a:t>
            </a:r>
            <a:br>
              <a:rPr lang="en-US" dirty="0"/>
            </a:br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16F7D2-DF91-C25E-083E-C76EE498A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9610" y="3261360"/>
            <a:ext cx="5105400" cy="197326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Sales: 12,42,97,070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Profit: 2,23,22,090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Quantity: 1,505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Orders: 5,000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37E3B2-55EA-C488-9B5F-885770BA4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116" y="2125980"/>
            <a:ext cx="5170564" cy="78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5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2304B5-B53E-8788-2FC0-116D9D7B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27" y="2629315"/>
            <a:ext cx="6432550" cy="1962150"/>
          </a:xfrm>
        </p:spPr>
        <p:txBody>
          <a:bodyPr>
            <a:normAutofit/>
          </a:bodyPr>
          <a:lstStyle/>
          <a:p>
            <a:r>
              <a:rPr lang="en-US" sz="4800" dirty="0"/>
              <a:t>Future Enhancements</a:t>
            </a:r>
            <a:endParaRPr lang="en-IN" sz="4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D223BE-703C-D143-C5E8-13696333E7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83650" y="2749745"/>
            <a:ext cx="4323490" cy="29252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monthly and yearly Sales trend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profit margin and average order value KPIs.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more interactive filters  and drill-down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target vs actual performance  indicators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D737F8-2FA5-40F6-1A9C-1568C23F1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910" y="864103"/>
            <a:ext cx="3348130" cy="14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72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8CA6-094E-A09E-1999-9B47A615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C253-D30C-F1FB-F7BD-E86E371C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97" y="3351081"/>
            <a:ext cx="4519482" cy="943896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5A0FD-7073-8C16-6BA7-3F93B7FD86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9293" y="3259641"/>
            <a:ext cx="5869859" cy="185829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dashboards gives a clear overview of e-commerce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combines KPIs charts and filters in one place.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can support faster and more informed business decisions.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F8A52-CC27-332B-9D46-BE0482EB0D14}"/>
              </a:ext>
            </a:extLst>
          </p:cNvPr>
          <p:cNvSpPr txBox="1"/>
          <p:nvPr/>
        </p:nvSpPr>
        <p:spPr>
          <a:xfrm>
            <a:off x="10200718" y="5463540"/>
            <a:ext cx="1517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Thank You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06965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406</TotalTime>
  <Words>283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Neue Haas Grotesk Text Pro</vt:lpstr>
      <vt:lpstr>Wingdings</vt:lpstr>
      <vt:lpstr>Film Burn</vt:lpstr>
      <vt:lpstr>E-COMMERCE SALES DASHBORD</vt:lpstr>
      <vt:lpstr>  Problem Statement/Overview </vt:lpstr>
      <vt:lpstr>  Sales and marketing teams  Business managers and decision makers Data analysts and management students</vt:lpstr>
      <vt:lpstr>   Data Overview</vt:lpstr>
      <vt:lpstr>   </vt:lpstr>
      <vt:lpstr>   Key insights</vt:lpstr>
      <vt:lpstr>Key Insights – KPI  Summary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sajid mansuri</dc:creator>
  <cp:lastModifiedBy>sajid mansuri</cp:lastModifiedBy>
  <cp:revision>1</cp:revision>
  <dcterms:created xsi:type="dcterms:W3CDTF">2026-09-07T16:41:39Z</dcterms:created>
  <dcterms:modified xsi:type="dcterms:W3CDTF">2026-09-27T09:42:55Z</dcterms:modified>
</cp:coreProperties>
</file>